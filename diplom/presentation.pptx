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2.xml" ContentType="application/vnd.openxmlformats-officedocument.presentationml.slid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63" r:id="rId2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68580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A0CEB40-6BD4-464A-A0B0-907C4432BFB5}">
  <a:tblStyle styleId="{4A0CEB40-6BD4-464A-A0B0-907C4432BFB5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227"/>
        <p:guide pos="4082" orient="horz"/>
        <p:guide pos="238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Google Shape;132;gde823becd0_0_0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e823becd0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" name="Google Shape;139;gde823becd0_0_40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e823becd0_0_4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" name="Google Shape;148;ge8d46ed6bd_0_0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e8d46ed6bd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" name="Google Shape;171;ge8d46ed6bd_0_81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8d46ed6bd_0_8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" name="Google Shape;178;ge8d46ed6bd_0_87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8d46ed6bd_0_8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649168" name="Google Shape;171;ge8d46ed6bd_0_81:notes"/>
          <p:cNvSpPr/>
          <p:nvPr>
            <p:ph type="sldImg" idx="2"/>
          </p:nvPr>
        </p:nvSpPr>
        <p:spPr bwMode="auto">
          <a:xfrm>
            <a:off x="114330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625798" name="Google Shape;172;ge8d46ed6bd_0_8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398460" name="Google Shape;178;ge8d46ed6bd_0_87:notes"/>
          <p:cNvSpPr/>
          <p:nvPr>
            <p:ph type="sldImg" idx="2"/>
          </p:nvPr>
        </p:nvSpPr>
        <p:spPr bwMode="auto">
          <a:xfrm>
            <a:off x="114330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890699" name="Google Shape;179;ge8d46ed6bd_0_8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43E818-6ADC-DDC4-C82A-1A01E0112198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9484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554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410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7341EA-E2FA-406A-E000-EA824BD09DDF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215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903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5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1768C4-D71A-FB57-3CA3-A7DEF6AFD3E8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04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613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840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FBF00-85FA-9282-FB21-21D623869FAC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888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3638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08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D54DB3-E119-9F50-7F8E-8274E25F5563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220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840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7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B97C48-D504-4E2F-DE39-1F323B72FA1E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449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046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15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3898FC-3532-BCBB-0E29-EA8293EF7E91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999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108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42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AA1888-D5B4-5B07-5DE1-B6DC6A720B25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22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020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1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A6ED02-979A-3F97-98D3-0C082DF95DB0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Google Shape;198;ge8d46ed6bd_0_233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8d46ed6bd_0_23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" name="Google Shape;205;ge3a7074569_0_42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3a7074569_0_4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" name="Google Shape;215;gf083eacd73_0_214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f083eacd73_0_2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" name="Google Shape;251;gf083eacd73_0_249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083eacd73_0_24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Google Shape;286;gf083eacd73_0_283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f083eacd73_0_28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" name="Google Shape;315;gf083eacd73_0_311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f083eacd73_0_3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" name="Google Shape;350;gf083eacd73_0_345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f083eacd73_0_34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Google Shape;376;ge04b8b6756_0_127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e04b8b6756_0_12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" name="Google Shape;384;ge04b8b6756_0_137:notes"/>
          <p:cNvSpPr/>
          <p:nvPr>
            <p:ph type="sldImg" idx="2"/>
          </p:nvPr>
        </p:nvSpPr>
        <p:spPr bwMode="auto"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e04b8b6756_0_13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ИТУЛЬНЫЙ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subTitle" idx="1"/>
          </p:nvPr>
        </p:nvSpPr>
        <p:spPr bwMode="auto">
          <a:xfrm>
            <a:off x="792250" y="5698975"/>
            <a:ext cx="50514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 bwMode="auto">
          <a:xfrm>
            <a:off x="792250" y="2562125"/>
            <a:ext cx="8183100" cy="29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Белый слайд + заголовок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 bwMode="auto">
          <a:xfrm>
            <a:off x="500550" y="2485475"/>
            <a:ext cx="79353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3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4"/>
          <p:cNvSpPr txBox="1"/>
          <p:nvPr>
            <p:ph type="body" idx="1"/>
          </p:nvPr>
        </p:nvSpPr>
        <p:spPr bwMode="auto">
          <a:xfrm>
            <a:off x="500550" y="1901958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4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ма вебинара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 bwMode="auto">
          <a:xfrm>
            <a:off x="500550" y="1094951"/>
            <a:ext cx="8520600" cy="2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5"/>
          <p:cNvSpPr txBox="1"/>
          <p:nvPr>
            <p:ph type="subTitle" idx="1"/>
          </p:nvPr>
        </p:nvSpPr>
        <p:spPr bwMode="auto">
          <a:xfrm>
            <a:off x="500550" y="609750"/>
            <a:ext cx="77967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None/>
              <a:defRPr sz="1700">
                <a:solidFill>
                  <a:srgbClr val="FF99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5"/>
          <p:cNvSpPr txBox="1"/>
          <p:nvPr>
            <p:ph type="subTitle" idx="2"/>
          </p:nvPr>
        </p:nvSpPr>
        <p:spPr bwMode="auto">
          <a:xfrm>
            <a:off x="3135425" y="4174975"/>
            <a:ext cx="58563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700"/>
              <a:buNone/>
              <a:defRPr sz="1700" b="1">
                <a:solidFill>
                  <a:srgbClr val="05050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5"/>
          <p:cNvSpPr txBox="1"/>
          <p:nvPr>
            <p:ph type="subTitle" idx="3"/>
          </p:nvPr>
        </p:nvSpPr>
        <p:spPr bwMode="auto">
          <a:xfrm>
            <a:off x="3135425" y="4575175"/>
            <a:ext cx="58563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5"/>
          <p:cNvSpPr txBox="1"/>
          <p:nvPr>
            <p:ph type="subTitle" idx="4"/>
          </p:nvPr>
        </p:nvSpPr>
        <p:spPr bwMode="auto">
          <a:xfrm>
            <a:off x="3135425" y="5086600"/>
            <a:ext cx="5856300" cy="13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ительный слайд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 bwMode="auto">
          <a:xfrm>
            <a:off x="956225" y="528525"/>
            <a:ext cx="77061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 себе" preserve="0" showMasterPhAnim="0" showMasterSp="1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7"/>
          <p:cNvSpPr txBox="1"/>
          <p:nvPr>
            <p:ph type="subTitle" idx="1"/>
          </p:nvPr>
        </p:nvSpPr>
        <p:spPr bwMode="auto">
          <a:xfrm>
            <a:off x="4348975" y="2694775"/>
            <a:ext cx="43917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None/>
              <a:defRPr sz="1900" b="1">
                <a:solidFill>
                  <a:srgbClr val="FF99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7"/>
          <p:cNvSpPr txBox="1"/>
          <p:nvPr>
            <p:ph type="subTitle" idx="2"/>
          </p:nvPr>
        </p:nvSpPr>
        <p:spPr bwMode="auto">
          <a:xfrm>
            <a:off x="4348975" y="3410125"/>
            <a:ext cx="4587900" cy="2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+описание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 bwMode="auto"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 bwMode="auto">
          <a:xfrm>
            <a:off x="609075" y="1627833"/>
            <a:ext cx="4045199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8"/>
          <p:cNvSpPr txBox="1"/>
          <p:nvPr>
            <p:ph type="subTitle" idx="1"/>
          </p:nvPr>
        </p:nvSpPr>
        <p:spPr bwMode="auto">
          <a:xfrm>
            <a:off x="609075" y="3888283"/>
            <a:ext cx="4045199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8"/>
          <p:cNvSpPr txBox="1"/>
          <p:nvPr>
            <p:ph type="body" idx="2"/>
          </p:nvPr>
        </p:nvSpPr>
        <p:spPr bwMode="auto">
          <a:xfrm>
            <a:off x="4939500" y="965433"/>
            <a:ext cx="3837000" cy="49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8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" preserve="0" showMasterPhAnim="0" showMasterSp="1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1" preserve="0" showMasterPhAnim="0" showMasterSp="1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1"/>
          <p:cNvSpPr/>
          <p:nvPr/>
        </p:nvSpPr>
        <p:spPr bwMode="auto"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8" name="Google Shape;48;p11"/>
          <p:cNvSpPr txBox="1"/>
          <p:nvPr>
            <p:ph type="subTitle" idx="1"/>
          </p:nvPr>
        </p:nvSpPr>
        <p:spPr bwMode="auto">
          <a:xfrm>
            <a:off x="805350" y="1763228"/>
            <a:ext cx="82263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2" preserve="0" showMasterPhAnim="0" showMasterSp="1" userDrawn="1">
  <p:cSld name="CUSTOM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12"/>
          <p:cNvSpPr/>
          <p:nvPr/>
        </p:nvSpPr>
        <p:spPr bwMode="auto"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2" name="Google Shape;52;p12"/>
          <p:cNvSpPr txBox="1"/>
          <p:nvPr>
            <p:ph type="subTitle" idx="1"/>
          </p:nvPr>
        </p:nvSpPr>
        <p:spPr bwMode="auto">
          <a:xfrm>
            <a:off x="729150" y="1763228"/>
            <a:ext cx="82263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1" preserve="0" showMasterPhAnim="0" showMasterSp="1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 bwMode="auto">
          <a:xfrm>
            <a:off x="530000" y="1747175"/>
            <a:ext cx="7862400" cy="9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13"/>
          <p:cNvSpPr/>
          <p:nvPr/>
        </p:nvSpPr>
        <p:spPr bwMode="auto"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7" name="Google Shape;57;p13"/>
          <p:cNvSpPr txBox="1"/>
          <p:nvPr>
            <p:ph type="subTitle" idx="2"/>
          </p:nvPr>
        </p:nvSpPr>
        <p:spPr bwMode="auto">
          <a:xfrm>
            <a:off x="795050" y="2960050"/>
            <a:ext cx="7568100" cy="31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2" preserve="0" showMasterPhAnim="0" showMasterSp="1" userDrawn="1">
  <p:cSld name="CUSTOM_4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4"/>
          <p:cNvSpPr/>
          <p:nvPr/>
        </p:nvSpPr>
        <p:spPr bwMode="auto"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1" name="Google Shape;61;p14"/>
          <p:cNvSpPr txBox="1"/>
          <p:nvPr>
            <p:ph type="subTitle" idx="1"/>
          </p:nvPr>
        </p:nvSpPr>
        <p:spPr bwMode="auto">
          <a:xfrm>
            <a:off x="500550" y="1763225"/>
            <a:ext cx="44286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14"/>
          <p:cNvSpPr txBox="1"/>
          <p:nvPr>
            <p:ph type="subTitle" idx="2"/>
          </p:nvPr>
        </p:nvSpPr>
        <p:spPr bwMode="auto">
          <a:xfrm>
            <a:off x="5555275" y="1763225"/>
            <a:ext cx="3151200" cy="4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Маршрут вебинара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" name="Google Shape;66;p15"/>
          <p:cNvSpPr txBox="1"/>
          <p:nvPr>
            <p:ph type="body" idx="1"/>
          </p:nvPr>
        </p:nvSpPr>
        <p:spPr bwMode="auto">
          <a:xfrm>
            <a:off x="1359175" y="1737600"/>
            <a:ext cx="45057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810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 b="0">
                <a:solidFill>
                  <a:schemeClr val="dk1"/>
                </a:solidFill>
              </a:defRPr>
            </a:lvl1pPr>
            <a:lvl2pPr marL="914400" lvl="1" indent="-3302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ИТУЛЬНЫЙ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" name="Google Shape;72;p17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type="subTitle" idx="1"/>
          </p:nvPr>
        </p:nvSpPr>
        <p:spPr bwMode="auto">
          <a:xfrm>
            <a:off x="792250" y="5698975"/>
            <a:ext cx="50514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7"/>
          <p:cNvSpPr txBox="1"/>
          <p:nvPr>
            <p:ph type="title"/>
          </p:nvPr>
        </p:nvSpPr>
        <p:spPr bwMode="auto">
          <a:xfrm>
            <a:off x="792250" y="2562125"/>
            <a:ext cx="8183100" cy="29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Белый слайд + заголовок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 bwMode="auto">
          <a:xfrm>
            <a:off x="729150" y="2485475"/>
            <a:ext cx="79353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8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9"/>
          <p:cNvSpPr txBox="1"/>
          <p:nvPr>
            <p:ph type="body" idx="1"/>
          </p:nvPr>
        </p:nvSpPr>
        <p:spPr bwMode="auto">
          <a:xfrm>
            <a:off x="500550" y="1901958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9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ма вебинара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 bwMode="auto">
          <a:xfrm>
            <a:off x="500550" y="1094951"/>
            <a:ext cx="8520600" cy="2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" name="Google Shape;85;p20"/>
          <p:cNvSpPr txBox="1"/>
          <p:nvPr>
            <p:ph type="subTitle" idx="1"/>
          </p:nvPr>
        </p:nvSpPr>
        <p:spPr bwMode="auto">
          <a:xfrm>
            <a:off x="500550" y="609750"/>
            <a:ext cx="77967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None/>
              <a:defRPr sz="1700">
                <a:solidFill>
                  <a:srgbClr val="FF99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6" name="Google Shape;86;p20"/>
          <p:cNvSpPr txBox="1"/>
          <p:nvPr>
            <p:ph type="subTitle" idx="2"/>
          </p:nvPr>
        </p:nvSpPr>
        <p:spPr bwMode="auto">
          <a:xfrm>
            <a:off x="3135425" y="4174975"/>
            <a:ext cx="58563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700"/>
              <a:buNone/>
              <a:defRPr sz="1700" b="1">
                <a:solidFill>
                  <a:srgbClr val="05050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7" name="Google Shape;87;p20"/>
          <p:cNvSpPr txBox="1"/>
          <p:nvPr>
            <p:ph type="subTitle" idx="3"/>
          </p:nvPr>
        </p:nvSpPr>
        <p:spPr bwMode="auto">
          <a:xfrm>
            <a:off x="3135425" y="4575175"/>
            <a:ext cx="58563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8" name="Google Shape;88;p20"/>
          <p:cNvSpPr txBox="1"/>
          <p:nvPr>
            <p:ph type="subTitle" idx="4"/>
          </p:nvPr>
        </p:nvSpPr>
        <p:spPr bwMode="auto">
          <a:xfrm>
            <a:off x="3135425" y="5086600"/>
            <a:ext cx="5856300" cy="13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ительный слайд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1" name="Google Shape;91;p21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>
            <p:ph type="title"/>
          </p:nvPr>
        </p:nvSpPr>
        <p:spPr bwMode="auto">
          <a:xfrm>
            <a:off x="956225" y="528525"/>
            <a:ext cx="77061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 себе" preserve="0" showMasterPhAnim="0" showMasterSp="1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" name="Google Shape;95;p22"/>
          <p:cNvSpPr txBox="1"/>
          <p:nvPr>
            <p:ph type="subTitle" idx="1"/>
          </p:nvPr>
        </p:nvSpPr>
        <p:spPr bwMode="auto">
          <a:xfrm>
            <a:off x="4348975" y="2694775"/>
            <a:ext cx="43917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None/>
              <a:defRPr sz="1900" b="1">
                <a:solidFill>
                  <a:srgbClr val="FF99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6" name="Google Shape;96;p22"/>
          <p:cNvSpPr txBox="1"/>
          <p:nvPr>
            <p:ph type="subTitle" idx="2"/>
          </p:nvPr>
        </p:nvSpPr>
        <p:spPr bwMode="auto">
          <a:xfrm>
            <a:off x="4348975" y="3410125"/>
            <a:ext cx="4587900" cy="2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+описание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 bwMode="auto"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" name="Google Shape;99;p23"/>
          <p:cNvSpPr txBox="1"/>
          <p:nvPr>
            <p:ph type="title"/>
          </p:nvPr>
        </p:nvSpPr>
        <p:spPr bwMode="auto">
          <a:xfrm>
            <a:off x="609075" y="1627833"/>
            <a:ext cx="4045199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00" name="Google Shape;100;p23"/>
          <p:cNvSpPr txBox="1"/>
          <p:nvPr>
            <p:ph type="subTitle" idx="1"/>
          </p:nvPr>
        </p:nvSpPr>
        <p:spPr bwMode="auto">
          <a:xfrm>
            <a:off x="609075" y="3888283"/>
            <a:ext cx="4045199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  <p:sp>
        <p:nvSpPr>
          <p:cNvPr id="101" name="Google Shape;101;p23"/>
          <p:cNvSpPr txBox="1"/>
          <p:nvPr>
            <p:ph type="body" idx="2"/>
          </p:nvPr>
        </p:nvSpPr>
        <p:spPr bwMode="auto">
          <a:xfrm>
            <a:off x="4939500" y="965433"/>
            <a:ext cx="3837000" cy="49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23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" preserve="0" showMasterPhAnim="0" showMasterSp="1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1" preserve="0" showMasterPhAnim="0" showMasterSp="1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" name="Google Shape;109;p26"/>
          <p:cNvSpPr/>
          <p:nvPr/>
        </p:nvSpPr>
        <p:spPr bwMode="auto"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0" name="Google Shape;110;p26"/>
          <p:cNvSpPr txBox="1"/>
          <p:nvPr>
            <p:ph type="subTitle" idx="1"/>
          </p:nvPr>
        </p:nvSpPr>
        <p:spPr bwMode="auto">
          <a:xfrm>
            <a:off x="805350" y="1763228"/>
            <a:ext cx="82263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2" preserve="0" showMasterPhAnim="0" showMasterSp="1" userDrawn="1">
  <p:cSld name="CUSTOM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" name="Google Shape;113;p27"/>
          <p:cNvSpPr/>
          <p:nvPr/>
        </p:nvSpPr>
        <p:spPr bwMode="auto"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" name="Google Shape;114;p27"/>
          <p:cNvSpPr txBox="1"/>
          <p:nvPr>
            <p:ph type="subTitle" idx="1"/>
          </p:nvPr>
        </p:nvSpPr>
        <p:spPr bwMode="auto">
          <a:xfrm>
            <a:off x="729150" y="1763228"/>
            <a:ext cx="82263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1" preserve="0" showMasterPhAnim="0" showMasterSp="1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" name="Google Shape;117;p28"/>
          <p:cNvSpPr txBox="1"/>
          <p:nvPr>
            <p:ph type="subTitle" idx="1"/>
          </p:nvPr>
        </p:nvSpPr>
        <p:spPr bwMode="auto">
          <a:xfrm>
            <a:off x="530000" y="1747175"/>
            <a:ext cx="7862400" cy="9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" name="Google Shape;118;p28"/>
          <p:cNvSpPr/>
          <p:nvPr/>
        </p:nvSpPr>
        <p:spPr bwMode="auto"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9" name="Google Shape;119;p28"/>
          <p:cNvSpPr txBox="1"/>
          <p:nvPr>
            <p:ph type="subTitle" idx="2"/>
          </p:nvPr>
        </p:nvSpPr>
        <p:spPr bwMode="auto">
          <a:xfrm>
            <a:off x="795050" y="2960050"/>
            <a:ext cx="7568100" cy="31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2" preserve="0" showMasterPhAnim="0" showMasterSp="1" userDrawn="1">
  <p:cSld name="CUSTOM_4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" name="Google Shape;122;p29"/>
          <p:cNvSpPr/>
          <p:nvPr/>
        </p:nvSpPr>
        <p:spPr bwMode="auto"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3" name="Google Shape;123;p29"/>
          <p:cNvSpPr txBox="1"/>
          <p:nvPr>
            <p:ph type="subTitle" idx="1"/>
          </p:nvPr>
        </p:nvSpPr>
        <p:spPr bwMode="auto">
          <a:xfrm>
            <a:off x="500550" y="1763225"/>
            <a:ext cx="44286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  <p:sp>
        <p:nvSpPr>
          <p:cNvPr id="124" name="Google Shape;124;p29"/>
          <p:cNvSpPr txBox="1"/>
          <p:nvPr>
            <p:ph type="subTitle" idx="2"/>
          </p:nvPr>
        </p:nvSpPr>
        <p:spPr bwMode="auto">
          <a:xfrm>
            <a:off x="5555275" y="1763225"/>
            <a:ext cx="3151200" cy="4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jp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theme" Target="../theme/theme2.xml"/><Relationship Id="rId1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>
          <a:blip r:embed="rId16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sz="34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lvl="3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lvl="4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lvl="5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lvl="6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lvl="7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lvl="8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>
          <a:blip r:embed="rId15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sz="34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6"/>
          <p:cNvSpPr txBox="1"/>
          <p:nvPr>
            <p:ph type="body" idx="1"/>
          </p:nvPr>
        </p:nvSpPr>
        <p:spPr bwMode="auto"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lvl="3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lvl="4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lvl="5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lvl="6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lvl="7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lvl="8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6"/>
          <p:cNvSpPr txBox="1"/>
          <p:nvPr>
            <p:ph type="sldNum" idx="12"/>
          </p:nvPr>
        </p:nvSpPr>
        <p:spPr bwMode="auto"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Relationship Id="rId26" Type="http://schemas.openxmlformats.org/officeDocument/2006/relationships/image" Target="../media/image69.png"/><Relationship Id="rId27" Type="http://schemas.openxmlformats.org/officeDocument/2006/relationships/image" Target="../media/image70.png"/><Relationship Id="rId28" Type="http://schemas.openxmlformats.org/officeDocument/2006/relationships/image" Target="../media/image71.png"/><Relationship Id="rId29" Type="http://schemas.openxmlformats.org/officeDocument/2006/relationships/image" Target="../media/image72.png"/><Relationship Id="rId30" Type="http://schemas.openxmlformats.org/officeDocument/2006/relationships/image" Target="../media/image7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90.png"/><Relationship Id="rId20" Type="http://schemas.openxmlformats.org/officeDocument/2006/relationships/image" Target="../media/image91.png"/><Relationship Id="rId21" Type="http://schemas.openxmlformats.org/officeDocument/2006/relationships/image" Target="../media/image92.png"/><Relationship Id="rId22" Type="http://schemas.openxmlformats.org/officeDocument/2006/relationships/image" Target="../media/image93.png"/><Relationship Id="rId23" Type="http://schemas.openxmlformats.org/officeDocument/2006/relationships/image" Target="../media/image94.png"/><Relationship Id="rId24" Type="http://schemas.openxmlformats.org/officeDocument/2006/relationships/image" Target="../media/image9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110.png"/><Relationship Id="rId18" Type="http://schemas.openxmlformats.org/officeDocument/2006/relationships/image" Target="../media/image5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4.png"/><Relationship Id="rId26" Type="http://schemas.openxmlformats.org/officeDocument/2006/relationships/image" Target="../media/image117.png"/><Relationship Id="rId27" Type="http://schemas.openxmlformats.org/officeDocument/2006/relationships/image" Target="../media/image118.png"/><Relationship Id="rId28" Type="http://schemas.openxmlformats.org/officeDocument/2006/relationships/image" Target="../media/image119.png"/><Relationship Id="rId29" Type="http://schemas.openxmlformats.org/officeDocument/2006/relationships/image" Target="../media/image120.png"/><Relationship Id="rId30" Type="http://schemas.openxmlformats.org/officeDocument/2006/relationships/image" Target="../media/image12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2.jpg"/><Relationship Id="rId4" Type="http://schemas.openxmlformats.org/officeDocument/2006/relationships/image" Target="../media/image143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subTitle" idx="1"/>
          </p:nvPr>
        </p:nvSpPr>
        <p:spPr bwMode="auto">
          <a:xfrm>
            <a:off x="792250" y="5698975"/>
            <a:ext cx="50514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otus.ru</a:t>
            </a:r>
            <a:endParaRPr/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 bwMode="auto">
          <a:xfrm>
            <a:off x="792250" y="2562125"/>
            <a:ext cx="8183100" cy="29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latin typeface="Roboto"/>
                <a:ea typeface="Roboto"/>
                <a:cs typeface="Roboto"/>
              </a:rPr>
              <a:t>Онлайн</a:t>
            </a:r>
            <a:endParaRPr>
              <a:latin typeface="Roboto"/>
              <a:ea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latin typeface="Roboto"/>
                <a:ea typeface="Roboto"/>
                <a:cs typeface="Roboto"/>
              </a:rPr>
              <a:t>образование</a:t>
            </a:r>
            <a:endParaRPr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 bwMode="auto">
          <a:xfrm>
            <a:off x="766725" y="2728150"/>
            <a:ext cx="79353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5000"/>
              <a:t>Меня хорошо видно</a:t>
            </a:r>
            <a:endParaRPr sz="5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5000"/>
              <a:t>&amp;&amp; слышно?</a:t>
            </a:r>
            <a:endParaRPr sz="5000"/>
          </a:p>
        </p:txBody>
      </p:sp>
      <p:pic>
        <p:nvPicPr>
          <p:cNvPr id="136" name="Google Shape;136;p31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857275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1737256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 bwMode="auto">
          <a:xfrm>
            <a:off x="630000" y="3689750"/>
            <a:ext cx="1487400" cy="2425199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 bwMode="auto">
          <a:xfrm>
            <a:off x="500550" y="1094951"/>
            <a:ext cx="8520600" cy="2644800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ctr" anchorCtr="0" forceAA="0" upright="0" compatLnSpc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Прототип системы анализа данных на связке Kafka, Kafka-Connect, Akka. </a:t>
            </a:r>
            <a:br>
              <a:rPr sz="2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</a:br>
            <a:r>
              <a:rPr sz="22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Некоторые особенности использования Kafka на Elbrus 8CB.</a:t>
            </a:r>
            <a:endParaRPr sz="3600">
              <a:latin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" name="Google Shape;144;p32"/>
          <p:cNvSpPr txBox="1"/>
          <p:nvPr>
            <p:ph type="subTitle" idx="2"/>
          </p:nvPr>
        </p:nvSpPr>
        <p:spPr bwMode="auto">
          <a:xfrm>
            <a:off x="3135425" y="4174975"/>
            <a:ext cx="58563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</a:rPr>
              <a:t>Мерзляков Станислав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32"/>
          <p:cNvSpPr txBox="1"/>
          <p:nvPr>
            <p:ph type="subTitle" idx="4"/>
          </p:nvPr>
        </p:nvSpPr>
        <p:spPr bwMode="auto">
          <a:xfrm>
            <a:off x="3135425" y="4737950"/>
            <a:ext cx="5856300" cy="13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/>
              <a:t>Руководитель группы разработки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/>
              <a:t>ФГАУ НИИ Восход</a:t>
            </a:r>
            <a:endParaRPr/>
          </a:p>
        </p:txBody>
      </p:sp>
      <p:pic>
        <p:nvPicPr>
          <p:cNvPr id="146" name="Google Shape;146;p32"/>
          <p:cNvPicPr/>
          <p:nvPr/>
        </p:nvPicPr>
        <p:blipFill>
          <a:blip r:embed="rId3"/>
          <a:stretch/>
        </p:blipFill>
        <p:spPr bwMode="auto">
          <a:xfrm>
            <a:off x="1033167" y="3992446"/>
            <a:ext cx="1844100" cy="1819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 bwMode="auto">
          <a:xfrm>
            <a:off x="500550" y="440977"/>
            <a:ext cx="85206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План защиты</a:t>
            </a:r>
            <a:endParaRPr/>
          </a:p>
        </p:txBody>
      </p:sp>
      <p:cxnSp>
        <p:nvCxnSpPr>
          <p:cNvPr id="152" name="Google Shape;152;p33"/>
          <p:cNvCxnSpPr>
            <a:cxnSpLocks/>
          </p:cNvCxnSpPr>
          <p:nvPr/>
        </p:nvCxnSpPr>
        <p:spPr bwMode="auto">
          <a:xfrm>
            <a:off x="680750" y="4219289"/>
            <a:ext cx="600" cy="837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33"/>
          <p:cNvCxnSpPr>
            <a:cxnSpLocks/>
          </p:cNvCxnSpPr>
          <p:nvPr/>
        </p:nvCxnSpPr>
        <p:spPr bwMode="auto">
          <a:xfrm>
            <a:off x="680750" y="5096664"/>
            <a:ext cx="600" cy="837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4" name="Google Shape;154;p33"/>
          <p:cNvSpPr/>
          <p:nvPr/>
        </p:nvSpPr>
        <p:spPr bwMode="auto">
          <a:xfrm>
            <a:off x="680750" y="1469950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Цели проекта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5" name="Google Shape;155;p33"/>
          <p:cNvSpPr/>
          <p:nvPr/>
        </p:nvSpPr>
        <p:spPr bwMode="auto">
          <a:xfrm>
            <a:off x="680750" y="2225975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Ч</a:t>
            </a: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то планировалось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6" name="Google Shape;156;p33"/>
          <p:cNvSpPr/>
          <p:nvPr/>
        </p:nvSpPr>
        <p:spPr bwMode="auto">
          <a:xfrm>
            <a:off x="680750" y="3021188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Ограничения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7" name="Google Shape;157;p33"/>
          <p:cNvSpPr/>
          <p:nvPr/>
        </p:nvSpPr>
        <p:spPr bwMode="auto">
          <a:xfrm>
            <a:off x="680750" y="3900613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Используемые технологии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8" name="Google Shape;158;p33"/>
          <p:cNvSpPr/>
          <p:nvPr/>
        </p:nvSpPr>
        <p:spPr bwMode="auto">
          <a:xfrm>
            <a:off x="680750" y="4710100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Что получилось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9" name="Google Shape;159;p33"/>
          <p:cNvSpPr/>
          <p:nvPr/>
        </p:nvSpPr>
        <p:spPr bwMode="auto">
          <a:xfrm>
            <a:off x="680750" y="5492150"/>
            <a:ext cx="3384900" cy="501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Выводы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60" name="Google Shape;160;p33"/>
          <p:cNvCxnSpPr>
            <a:cxnSpLocks/>
          </p:cNvCxnSpPr>
          <p:nvPr/>
        </p:nvCxnSpPr>
        <p:spPr bwMode="auto">
          <a:xfrm>
            <a:off x="680750" y="3362139"/>
            <a:ext cx="600" cy="837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33"/>
          <p:cNvCxnSpPr>
            <a:cxnSpLocks/>
          </p:cNvCxnSpPr>
          <p:nvPr/>
        </p:nvCxnSpPr>
        <p:spPr bwMode="auto">
          <a:xfrm>
            <a:off x="679637" y="2504989"/>
            <a:ext cx="600" cy="837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33"/>
          <p:cNvCxnSpPr>
            <a:cxnSpLocks/>
          </p:cNvCxnSpPr>
          <p:nvPr/>
        </p:nvCxnSpPr>
        <p:spPr bwMode="auto">
          <a:xfrm>
            <a:off x="680762" y="1647839"/>
            <a:ext cx="600" cy="837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68" name="Google Shape;168;p34"/>
          <p:cNvGraphicFramePr>
            <a:graphicFrameLocks xmlns:a="http://schemas.openxmlformats.org/drawingml/2006/main"/>
          </p:cNvGraphicFramePr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{4A0CEB40-6BD4-464A-A0B0-907C4432BFB5}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Проработка возможных архитектурных решений для анализа данных с учетом особенностей целевой архитектуры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Практическое изучение возможностей используемых </a:t>
                      </a: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технологий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Закрепление знаний и навыков, полученных на курсе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Постановка задачи</a:t>
            </a:r>
            <a:endParaRPr/>
          </a:p>
        </p:txBody>
      </p:sp>
      <p:graphicFrame>
        <p:nvGraphicFramePr>
          <p:cNvPr id="175" name="Google Shape;175;p35"/>
          <p:cNvGraphicFramePr>
            <a:graphicFrameLocks xmlns:a="http://schemas.openxmlformats.org/drawingml/2006/main"/>
          </p:cNvGraphicFramePr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{4A0CEB40-6BD4-464A-A0B0-907C4432BFB5}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Имеется поток входных данных о событиях в виде изменений в БД и в виде записей в Kafka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Необходимо сопоставить события по ключу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Необходимо выполнить по событиям какую-то аналитику в рамках временного окна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Необходимо вывести результаты работы в БД 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Особенности Elbrus 8CB</a:t>
            </a:r>
            <a:endParaRPr/>
          </a:p>
        </p:txBody>
      </p:sp>
      <p:graphicFrame>
        <p:nvGraphicFramePr>
          <p:cNvPr id="182" name="Google Shape;182;p36"/>
          <p:cNvGraphicFramePr>
            <a:graphicFrameLocks xmlns:a="http://schemas.openxmlformats.org/drawingml/2006/main"/>
          </p:cNvGraphicFramePr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{4A0CEB40-6BD4-464A-A0B0-907C4432BFB5}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OpenJDK version "11.0.15-Unipro"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 (</a:t>
                      </a:r>
                      <a:r>
                        <a:rPr lang="ru" sz="1700" b="1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mixed mode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)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OS Alt Linux (стараемся исползовать то что есть) 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Kafka при старте грузит нативную либу zstd (видимо нужна для сжатия); в Alt есть версия 1.5.5; kafka 3.7+ хочет 1.5.6 =&gt; kafka 3.6.2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Kafka Streams при использовании оконных операций под капотом использует rocksdb через librocksdbjni (rocksdb есть, но jni-либы нет, собрать можно, но пока не хочется ) =&gt; </a:t>
                      </a:r>
                      <a:r>
                        <a:rPr lang="ru" sz="1700" b="0" i="0" u="none" strike="sng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Apache Flink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 i="0" u="none" strike="noStrike" cap="none" spc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5.    </a:t>
                      </a:r>
                      <a:endParaRPr lang="ru"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Spring 2.7.18 (jdk11)</a:t>
                      </a:r>
                      <a:endParaRPr lang="ru" sz="1700" b="0" i="0" u="none" strike="noStrike" cap="none" spc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781433" name="Google Shape;174;p35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Постановка задачи – исходые события</a:t>
            </a:r>
            <a:endParaRPr/>
          </a:p>
        </p:txBody>
      </p:sp>
      <p:sp>
        <p:nvSpPr>
          <p:cNvPr id="198782287" name=""/>
          <p:cNvSpPr/>
          <p:nvPr/>
        </p:nvSpPr>
        <p:spPr bwMode="auto">
          <a:xfrm>
            <a:off x="691018" y="1635036"/>
            <a:ext cx="2558850" cy="1006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data class 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DbEvent(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processId: UUID,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eventTime: OffsetDateTime,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resultCode: ResultCode,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)</a:t>
            </a:r>
            <a:endParaRPr/>
          </a:p>
        </p:txBody>
      </p:sp>
      <p:sp>
        <p:nvSpPr>
          <p:cNvPr id="1214775181" name=""/>
          <p:cNvSpPr/>
          <p:nvPr/>
        </p:nvSpPr>
        <p:spPr bwMode="auto">
          <a:xfrm>
            <a:off x="629282" y="3509384"/>
            <a:ext cx="2560290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data class </a:t>
            </a:r>
            <a:r>
              <a:rPr sz="1200" b="0" i="0" u="none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KafkaEvent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(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871094"/>
                </a:solidFill>
                <a:latin typeface="Microsoft Sans Serif"/>
                <a:ea typeface="Microsoft Sans Serif"/>
                <a:cs typeface="Microsoft Sans Serif"/>
              </a:rPr>
              <a:t>processId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UUID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871094"/>
                </a:solidFill>
                <a:latin typeface="Microsoft Sans Serif"/>
                <a:ea typeface="Microsoft Sans Serif"/>
                <a:cs typeface="Microsoft Sans Serif"/>
              </a:rPr>
              <a:t>eventTime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OffsetDateTime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871094"/>
                </a:solidFill>
                <a:latin typeface="Microsoft Sans Serif"/>
                <a:ea typeface="Microsoft Sans Serif"/>
                <a:cs typeface="Microsoft Sans Serif"/>
              </a:rPr>
              <a:t>endpoint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String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    </a:t>
            </a:r>
            <a:r>
              <a:rPr sz="1200" b="0" i="0" u="none">
                <a:solidFill>
                  <a:srgbClr val="0033B3"/>
                </a:solidFill>
                <a:latin typeface="Microsoft Sans Serif"/>
                <a:ea typeface="Microsoft Sans Serif"/>
                <a:cs typeface="Microsoft Sans Serif"/>
              </a:rPr>
              <a:t>val </a:t>
            </a:r>
            <a:r>
              <a:rPr sz="1200" b="0" i="0" u="none">
                <a:solidFill>
                  <a:srgbClr val="871094"/>
                </a:solidFill>
                <a:latin typeface="Microsoft Sans Serif"/>
                <a:ea typeface="Microsoft Sans Serif"/>
                <a:cs typeface="Microsoft Sans Serif"/>
              </a:rPr>
              <a:t>eventType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EventType</a:t>
            </a: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,</a:t>
            </a:r>
            <a:b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</a:br>
            <a:r>
              <a:rPr sz="1200" b="0" i="0" u="none">
                <a:solidFill>
                  <a:srgbClr val="080808"/>
                </a:solidFill>
                <a:latin typeface="Microsoft Sans Serif"/>
                <a:ea typeface="Microsoft Sans Serif"/>
                <a:cs typeface="Microsoft Sans Serif"/>
              </a:rPr>
              <a:t>)</a:t>
            </a:r>
            <a:endParaRPr/>
          </a:p>
        </p:txBody>
      </p:sp>
      <p:pic>
        <p:nvPicPr>
          <p:cNvPr id="18310577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060773" y="1635036"/>
            <a:ext cx="3114675" cy="895349"/>
          </a:xfrm>
          <a:prstGeom prst="rect">
            <a:avLst/>
          </a:prstGeom>
        </p:spPr>
      </p:pic>
      <p:pic>
        <p:nvPicPr>
          <p:cNvPr id="946707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098551" y="3597961"/>
            <a:ext cx="4790919" cy="1011924"/>
          </a:xfrm>
          <a:prstGeom prst="rect">
            <a:avLst/>
          </a:prstGeom>
        </p:spPr>
      </p:pic>
      <p:sp>
        <p:nvSpPr>
          <p:cNvPr id="1001393629" name=""/>
          <p:cNvSpPr/>
          <p:nvPr/>
        </p:nvSpPr>
        <p:spPr bwMode="auto">
          <a:xfrm flipH="0" flipV="0">
            <a:off x="3396388" y="1993194"/>
            <a:ext cx="873124" cy="19402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129766" name=""/>
          <p:cNvSpPr/>
          <p:nvPr/>
        </p:nvSpPr>
        <p:spPr bwMode="auto">
          <a:xfrm flipH="0" flipV="0">
            <a:off x="3396388" y="3909897"/>
            <a:ext cx="588961" cy="19402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133577" name="Google Shape;181;p36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Используемые технологии</a:t>
            </a:r>
            <a:endParaRPr/>
          </a:p>
        </p:txBody>
      </p:sp>
      <p:graphicFrame>
        <p:nvGraphicFramePr>
          <p:cNvPr id="76720060" name="Google Shape;182;p36"/>
          <p:cNvGraphicFramePr>
            <a:graphicFrameLocks xmlns:a="http://schemas.openxmlformats.org/drawingml/2006/main"/>
          </p:cNvGraphicFramePr>
          <p:nvPr/>
        </p:nvGraphicFramePr>
        <p:xfrm>
          <a:off x="952499" y="2058924"/>
          <a:ext cx="2999999" cy="2999999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{4A0CEB40-6BD4-464A-A0B0-907C4432BFB5}</a:tableStyleId>
                <a:noFill/>
              </a:tblPr>
              <a:tblGrid>
                <a:gridCol w="489424"/>
                <a:gridCol w="6749574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kafka_2.13-3.6.2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kafka connect (3.6.2)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spring-kafka  (2.7.14)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akka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/akka-stream </a:t>
                      </a: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2.7.9,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 akka-stream-kafka 4.0.2, scala 2.13.15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5.</a:t>
                      </a:r>
                      <a:endParaRPr lang="ru"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kafdrop 3.28.0 (ветка </a:t>
                      </a: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origin/springboot-2.4.4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)</a:t>
                      </a:r>
                      <a:endParaRPr lang="ru"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704725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/>
              <a:t>Общая схема</a:t>
            </a:r>
            <a:endParaRPr/>
          </a:p>
        </p:txBody>
      </p:sp>
      <p:pic>
        <p:nvPicPr>
          <p:cNvPr id="12282977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64166" y="1332667"/>
            <a:ext cx="7001294" cy="4847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447200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/>
              <a:t>Kafka </a:t>
            </a: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Connect </a:t>
            </a:r>
            <a:b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</a:br>
            <a:r>
              <a:rPr lang="en-US" sz="2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Debezium PostgresConnector</a:t>
            </a:r>
            <a:endParaRPr sz="2800"/>
          </a:p>
        </p:txBody>
      </p:sp>
      <p:sp>
        <p:nvSpPr>
          <p:cNvPr id="13863460" name=""/>
          <p:cNvSpPr txBox="1"/>
          <p:nvPr/>
        </p:nvSpPr>
        <p:spPr bwMode="auto">
          <a:xfrm flipH="0" flipV="0">
            <a:off x="1094513" y="1364858"/>
            <a:ext cx="7475650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502643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3973" y="2000778"/>
            <a:ext cx="8006752" cy="3326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780621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Akka Streams</a:t>
            </a:r>
            <a:endParaRPr/>
          </a:p>
        </p:txBody>
      </p:sp>
      <p:sp>
        <p:nvSpPr>
          <p:cNvPr id="839980702" name=""/>
          <p:cNvSpPr txBox="1"/>
          <p:nvPr/>
        </p:nvSpPr>
        <p:spPr bwMode="auto">
          <a:xfrm flipH="0" flipV="0">
            <a:off x="1094512" y="1364857"/>
            <a:ext cx="7475650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1563287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65224" y="2418114"/>
            <a:ext cx="6191249" cy="2409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765012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Akka Streams</a:t>
            </a:r>
            <a:endParaRPr/>
          </a:p>
        </p:txBody>
      </p:sp>
      <p:sp>
        <p:nvSpPr>
          <p:cNvPr id="635837727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250202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0" flipH="0" flipV="0">
            <a:off x="2064216" y="1364857"/>
            <a:ext cx="4965783" cy="44260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1025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Akka Streams – windows command</a:t>
            </a:r>
            <a:endParaRPr/>
          </a:p>
        </p:txBody>
      </p:sp>
      <p:sp>
        <p:nvSpPr>
          <p:cNvPr id="1673857445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1241567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46110" y="2100830"/>
            <a:ext cx="5105399" cy="185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741211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Akka Streams - graph</a:t>
            </a:r>
            <a:endParaRPr/>
          </a:p>
        </p:txBody>
      </p:sp>
      <p:sp>
        <p:nvSpPr>
          <p:cNvPr id="846129654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372179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08025" y="1364857"/>
            <a:ext cx="7105649" cy="462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249837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Akka Streams – Kafka serializer</a:t>
            </a:r>
            <a:endParaRPr/>
          </a:p>
        </p:txBody>
      </p:sp>
      <p:sp>
        <p:nvSpPr>
          <p:cNvPr id="2041948477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14670517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0362" y="1747180"/>
            <a:ext cx="8505824" cy="3257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865072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Kafka </a:t>
            </a:r>
            <a: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Connect </a:t>
            </a:r>
            <a:br>
              <a:rPr lang="en-US" sz="34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</a:br>
            <a:r>
              <a:rPr lang="en-US" sz="2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JdbcSinkConnector</a:t>
            </a:r>
            <a:endParaRPr/>
          </a:p>
        </p:txBody>
      </p:sp>
      <p:sp>
        <p:nvSpPr>
          <p:cNvPr id="684410103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1295414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24827" y="1614889"/>
            <a:ext cx="4015020" cy="466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17686" name="Google Shape;44;p10"/>
          <p:cNvSpPr txBox="1"/>
          <p:nvPr>
            <p:ph type="title"/>
          </p:nvPr>
        </p:nvSpPr>
        <p:spPr bwMode="auto">
          <a:xfrm>
            <a:off x="500549" y="440980"/>
            <a:ext cx="8520599" cy="13061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defRPr/>
            </a:pPr>
            <a:r>
              <a:rPr lang="en-US" sz="34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Postgres results</a:t>
            </a:r>
            <a:endParaRPr/>
          </a:p>
        </p:txBody>
      </p:sp>
      <p:sp>
        <p:nvSpPr>
          <p:cNvPr id="579736444" name=""/>
          <p:cNvSpPr txBox="1"/>
          <p:nvPr/>
        </p:nvSpPr>
        <p:spPr bwMode="auto">
          <a:xfrm flipH="0" flipV="0">
            <a:off x="1094512" y="1364857"/>
            <a:ext cx="7475649" cy="92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50000"/>
              </a:lnSpc>
              <a:defRPr/>
            </a:pPr>
            <a:endParaRPr sz="2200">
              <a:latin typeface="Roboto"/>
              <a:cs typeface="Roboto"/>
            </a:endParaRPr>
          </a:p>
        </p:txBody>
      </p:sp>
      <p:pic>
        <p:nvPicPr>
          <p:cNvPr id="19824363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2013" y="2760485"/>
            <a:ext cx="7681853" cy="1569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Выводы и планы по развитию</a:t>
            </a:r>
            <a:endParaRPr/>
          </a:p>
        </p:txBody>
      </p:sp>
      <p:graphicFrame>
        <p:nvGraphicFramePr>
          <p:cNvPr id="202" name="Google Shape;202;p39"/>
          <p:cNvGraphicFramePr>
            <a:graphicFrameLocks xmlns:a="http://schemas.openxmlformats.org/drawingml/2006/main"/>
          </p:cNvGraphicFramePr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{4A0CEB40-6BD4-464A-A0B0-907C4432BFB5}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Можно работать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Поэкспериментировать со Spark (</a:t>
                      </a: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spark-3.5.0-bin-hadoop3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)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Поэкспериментировать с</a:t>
                      </a: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ru" sz="1700" b="0" i="0" u="none" strike="noStrike" cap="none" spc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TimescaleDB (есть в Alt)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chemeClr val="lt1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Попробовать Schema-Registry</a:t>
                      </a:r>
                      <a:endParaRPr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chemeClr val="lt1"/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5.</a:t>
                      </a:r>
                      <a:endParaRPr lang="ru" sz="17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chemeClr val="lt1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</a:rPr>
                        <a:t>Кластеризация Kafka Connect</a:t>
                      </a:r>
                      <a:endParaRPr lang="ru" sz="17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4" marT="91424" marB="91424">
                    <a:lnL w="9524" algn="ctr">
                      <a:solidFill>
                        <a:schemeClr val="lt1"/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 bwMode="auto">
          <a:xfrm>
            <a:off x="956225" y="528525"/>
            <a:ext cx="77061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 bwMode="auto">
          <a:xfrm>
            <a:off x="500550" y="440975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19" name="Google Shape;219;p42"/>
          <p:cNvSpPr/>
          <p:nvPr/>
        </p:nvSpPr>
        <p:spPr bwMode="auto">
          <a:xfrm>
            <a:off x="6202350" y="378000"/>
            <a:ext cx="2588100" cy="945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26000" rIns="198000" bIns="1260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Используйте иллюстрации. Они облегчают восприятие материала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20" name="Google Shape;220;p42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2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2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2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2"/>
          <p:cNvSpPr txBox="1"/>
          <p:nvPr/>
        </p:nvSpPr>
        <p:spPr bwMode="auto">
          <a:xfrm>
            <a:off x="544450" y="150222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Работа с данными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25" name="Google Shape;225;p42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2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2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2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2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 bwMode="auto">
          <a:xfrm>
            <a:off x="4407075" y="150222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Интернет/Сети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32" name="Google Shape;232;p42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4492602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/>
          <p:nvPr/>
        </p:nvPicPr>
        <p:blipFill>
          <a:blip r:embed="rId14">
            <a:alphaModFix/>
          </a:blip>
          <a:srcRect l="0" t="0" r="0" b="0"/>
          <a:stretch/>
        </p:blipFill>
        <p:spPr bwMode="auto"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/>
          <p:nvPr/>
        </p:nvPicPr>
        <p:blipFill>
          <a:blip r:embed="rId15">
            <a:alphaModFix/>
          </a:blip>
          <a:srcRect l="0" t="0" r="0" b="0"/>
          <a:stretch/>
        </p:blipFill>
        <p:spPr bwMode="auto"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/>
          <p:nvPr/>
        </p:nvPicPr>
        <p:blipFill>
          <a:blip r:embed="rId16">
            <a:alphaModFix/>
          </a:blip>
          <a:srcRect l="0" t="0" r="0" b="0"/>
          <a:stretch/>
        </p:blipFill>
        <p:spPr bwMode="auto"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/>
          <p:nvPr/>
        </p:nvPicPr>
        <p:blipFill>
          <a:blip r:embed="rId17">
            <a:alphaModFix/>
          </a:blip>
          <a:srcRect l="0" t="0" r="0" b="0"/>
          <a:stretch/>
        </p:blipFill>
        <p:spPr bwMode="auto"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2"/>
          <p:cNvPicPr/>
          <p:nvPr/>
        </p:nvPicPr>
        <p:blipFill>
          <a:blip r:embed="rId18">
            <a:alphaModFix/>
          </a:blip>
          <a:srcRect l="0" t="0" r="0" b="0"/>
          <a:stretch/>
        </p:blipFill>
        <p:spPr bwMode="auto"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2"/>
          <p:cNvPicPr/>
          <p:nvPr/>
        </p:nvPicPr>
        <p:blipFill>
          <a:blip r:embed="rId19">
            <a:alphaModFix/>
          </a:blip>
          <a:srcRect l="0" t="0" r="0" b="0"/>
          <a:stretch/>
        </p:blipFill>
        <p:spPr bwMode="auto"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/>
          <p:nvPr/>
        </p:nvPicPr>
        <p:blipFill>
          <a:blip r:embed="rId20">
            <a:alphaModFix/>
          </a:blip>
          <a:srcRect l="0" t="0" r="0" b="0"/>
          <a:stretch/>
        </p:blipFill>
        <p:spPr bwMode="auto"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2"/>
          <p:cNvPicPr/>
          <p:nvPr/>
        </p:nvPicPr>
        <p:blipFill>
          <a:blip r:embed="rId21">
            <a:alphaModFix/>
          </a:blip>
          <a:srcRect l="0" t="0" r="0" b="0"/>
          <a:stretch/>
        </p:blipFill>
        <p:spPr bwMode="auto">
          <a:xfrm>
            <a:off x="6536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/>
          <p:nvPr/>
        </p:nvPicPr>
        <p:blipFill>
          <a:blip r:embed="rId22">
            <a:alphaModFix/>
          </a:blip>
          <a:srcRect l="0" t="0" r="0" b="0"/>
          <a:stretch/>
        </p:blipFill>
        <p:spPr bwMode="auto"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/>
          <p:nvPr/>
        </p:nvPicPr>
        <p:blipFill>
          <a:blip r:embed="rId23">
            <a:alphaModFix/>
          </a:blip>
          <a:srcRect l="0" t="0" r="0" b="0"/>
          <a:stretch/>
        </p:blipFill>
        <p:spPr bwMode="auto">
          <a:xfrm>
            <a:off x="7571126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2"/>
          <p:cNvPicPr/>
          <p:nvPr/>
        </p:nvPicPr>
        <p:blipFill>
          <a:blip r:embed="rId24">
            <a:alphaModFix/>
          </a:blip>
          <a:srcRect l="0" t="0" r="0" b="0"/>
          <a:stretch/>
        </p:blipFill>
        <p:spPr bwMode="auto">
          <a:xfrm>
            <a:off x="7571126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/>
          <p:nvPr/>
        </p:nvPicPr>
        <p:blipFill>
          <a:blip r:embed="rId25">
            <a:alphaModFix/>
          </a:blip>
          <a:srcRect l="0" t="0" r="0" b="0"/>
          <a:stretch/>
        </p:blipFill>
        <p:spPr bwMode="auto">
          <a:xfrm>
            <a:off x="7571126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2"/>
          <p:cNvPicPr/>
          <p:nvPr/>
        </p:nvPicPr>
        <p:blipFill>
          <a:blip r:embed="rId26">
            <a:alphaModFix/>
          </a:blip>
          <a:srcRect l="0" t="0" r="0" b="0"/>
          <a:stretch/>
        </p:blipFill>
        <p:spPr bwMode="auto">
          <a:xfrm>
            <a:off x="2636536" y="4150774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2"/>
          <p:cNvPicPr/>
          <p:nvPr/>
        </p:nvPicPr>
        <p:blipFill>
          <a:blip r:embed="rId27">
            <a:alphaModFix/>
          </a:blip>
          <a:srcRect l="0" t="0" r="0" b="0"/>
          <a:stretch/>
        </p:blipFill>
        <p:spPr bwMode="auto">
          <a:xfrm>
            <a:off x="2636524" y="51617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/>
          <p:cNvPicPr/>
          <p:nvPr/>
        </p:nvPicPr>
        <p:blipFill>
          <a:blip r:embed="rId28">
            <a:alphaModFix/>
          </a:blip>
          <a:srcRect l="0" t="0" r="0" b="0"/>
          <a:stretch/>
        </p:blipFill>
        <p:spPr bwMode="auto">
          <a:xfrm>
            <a:off x="6511266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/>
          <p:nvPr/>
        </p:nvPicPr>
        <p:blipFill>
          <a:blip r:embed="rId29">
            <a:alphaModFix/>
          </a:blip>
          <a:srcRect l="0" t="0" r="0" b="0"/>
          <a:stretch/>
        </p:blipFill>
        <p:spPr bwMode="auto">
          <a:xfrm>
            <a:off x="5501738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2"/>
          <p:cNvPicPr/>
          <p:nvPr/>
        </p:nvPicPr>
        <p:blipFill>
          <a:blip r:embed="rId30">
            <a:alphaModFix/>
          </a:blip>
          <a:srcRect l="0" t="0" r="0" b="0"/>
          <a:stretch/>
        </p:blipFill>
        <p:spPr bwMode="auto">
          <a:xfrm>
            <a:off x="7570929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 bwMode="auto">
          <a:xfrm>
            <a:off x="500550" y="440975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55" name="Google Shape;255;p43"/>
          <p:cNvSpPr txBox="1"/>
          <p:nvPr/>
        </p:nvSpPr>
        <p:spPr bwMode="auto">
          <a:xfrm>
            <a:off x="4407075" y="156567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Технологии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56" name="Google Shape;256;p43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492602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3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3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3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5501920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3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653652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3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6536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3"/>
          <p:cNvPicPr/>
          <p:nvPr/>
        </p:nvPicPr>
        <p:blipFill>
          <a:blip r:embed="rId14">
            <a:alphaModFix/>
          </a:blip>
          <a:srcRect l="0" t="0" r="0" b="0"/>
          <a:stretch/>
        </p:blipFill>
        <p:spPr bwMode="auto"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/>
          <p:cNvPicPr/>
          <p:nvPr/>
        </p:nvPicPr>
        <p:blipFill>
          <a:blip r:embed="rId15">
            <a:alphaModFix/>
          </a:blip>
          <a:srcRect l="0" t="0" r="0" b="0"/>
          <a:stretch/>
        </p:blipFill>
        <p:spPr bwMode="auto">
          <a:xfrm>
            <a:off x="7571126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3"/>
          <p:cNvPicPr/>
          <p:nvPr/>
        </p:nvPicPr>
        <p:blipFill>
          <a:blip r:embed="rId16">
            <a:alphaModFix/>
          </a:blip>
          <a:srcRect l="0" t="0" r="0" b="0"/>
          <a:stretch/>
        </p:blipFill>
        <p:spPr bwMode="auto">
          <a:xfrm>
            <a:off x="7571126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3"/>
          <p:cNvPicPr/>
          <p:nvPr/>
        </p:nvPicPr>
        <p:blipFill>
          <a:blip r:embed="rId17">
            <a:alphaModFix/>
          </a:blip>
          <a:srcRect l="0" t="0" r="0" b="0"/>
          <a:stretch/>
        </p:blipFill>
        <p:spPr bwMode="auto">
          <a:xfrm>
            <a:off x="7571126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3"/>
          <p:cNvPicPr/>
          <p:nvPr/>
        </p:nvPicPr>
        <p:blipFill>
          <a:blip r:embed="rId18">
            <a:alphaModFix/>
          </a:blip>
          <a:srcRect l="0" t="0" r="0" b="0"/>
          <a:stretch/>
        </p:blipFill>
        <p:spPr bwMode="auto">
          <a:xfrm>
            <a:off x="7571126" y="5161399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3"/>
          <p:cNvSpPr txBox="1"/>
          <p:nvPr/>
        </p:nvSpPr>
        <p:spPr bwMode="auto">
          <a:xfrm>
            <a:off x="566025" y="156567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Компьютерные игры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73" name="Google Shape;273;p43"/>
          <p:cNvPicPr/>
          <p:nvPr/>
        </p:nvPicPr>
        <p:blipFill>
          <a:blip r:embed="rId19">
            <a:alphaModFix/>
          </a:blip>
          <a:srcRect l="0" t="0" r="0" b="0"/>
          <a:stretch/>
        </p:blipFill>
        <p:spPr bwMode="auto">
          <a:xfrm>
            <a:off x="651552" y="415741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3"/>
          <p:cNvPicPr/>
          <p:nvPr/>
        </p:nvPicPr>
        <p:blipFill>
          <a:blip r:embed="rId20">
            <a:alphaModFix/>
          </a:blip>
          <a:srcRect l="0" t="0" r="0" b="0"/>
          <a:stretch/>
        </p:blipFill>
        <p:spPr bwMode="auto">
          <a:xfrm>
            <a:off x="673527" y="2125299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3"/>
          <p:cNvPicPr/>
          <p:nvPr/>
        </p:nvPicPr>
        <p:blipFill>
          <a:blip r:embed="rId21">
            <a:alphaModFix/>
          </a:blip>
          <a:srcRect l="0" t="0" r="0" b="0"/>
          <a:stretch/>
        </p:blipFill>
        <p:spPr bwMode="auto">
          <a:xfrm>
            <a:off x="651552" y="31354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/>
          <p:cNvPicPr/>
          <p:nvPr/>
        </p:nvPicPr>
        <p:blipFill>
          <a:blip r:embed="rId22">
            <a:alphaModFix/>
          </a:blip>
          <a:srcRect l="0" t="0" r="0" b="0"/>
          <a:stretch/>
        </p:blipFill>
        <p:spPr bwMode="auto">
          <a:xfrm>
            <a:off x="1584670" y="415741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/>
          <p:nvPr/>
        </p:nvPicPr>
        <p:blipFill>
          <a:blip r:embed="rId23">
            <a:alphaModFix/>
          </a:blip>
          <a:srcRect l="0" t="0" r="0" b="0"/>
          <a:stretch/>
        </p:blipFill>
        <p:spPr bwMode="auto">
          <a:xfrm>
            <a:off x="1606645" y="2125300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/>
          <p:nvPr/>
        </p:nvPicPr>
        <p:blipFill>
          <a:blip r:embed="rId24">
            <a:alphaModFix/>
          </a:blip>
          <a:srcRect l="0" t="0" r="0" b="0"/>
          <a:stretch/>
        </p:blipFill>
        <p:spPr bwMode="auto">
          <a:xfrm>
            <a:off x="1584670" y="31354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/>
          <p:nvPr/>
        </p:nvPicPr>
        <p:blipFill>
          <a:blip r:embed="rId25">
            <a:alphaModFix/>
          </a:blip>
          <a:srcRect l="0" t="0" r="0" b="0"/>
          <a:stretch/>
        </p:blipFill>
        <p:spPr bwMode="auto">
          <a:xfrm>
            <a:off x="651552" y="516136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3"/>
          <p:cNvPicPr/>
          <p:nvPr/>
        </p:nvPicPr>
        <p:blipFill>
          <a:blip r:embed="rId26">
            <a:alphaModFix/>
          </a:blip>
          <a:srcRect l="0" t="0" r="0" b="0"/>
          <a:stretch/>
        </p:blipFill>
        <p:spPr bwMode="auto">
          <a:xfrm>
            <a:off x="2565052" y="2125300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3"/>
          <p:cNvPicPr/>
          <p:nvPr/>
        </p:nvPicPr>
        <p:blipFill>
          <a:blip r:embed="rId27">
            <a:alphaModFix/>
          </a:blip>
          <a:srcRect l="0" t="0" r="0" b="0"/>
          <a:stretch/>
        </p:blipFill>
        <p:spPr bwMode="auto">
          <a:xfrm>
            <a:off x="1584676" y="5161383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3"/>
          <p:cNvPicPr/>
          <p:nvPr/>
        </p:nvPicPr>
        <p:blipFill>
          <a:blip r:embed="rId28">
            <a:alphaModFix/>
          </a:blip>
          <a:srcRect l="0" t="0" r="0" b="0"/>
          <a:stretch/>
        </p:blipFill>
        <p:spPr bwMode="auto">
          <a:xfrm>
            <a:off x="2517809" y="3135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3"/>
          <p:cNvPicPr/>
          <p:nvPr/>
        </p:nvPicPr>
        <p:blipFill>
          <a:blip r:embed="rId29">
            <a:alphaModFix/>
          </a:blip>
          <a:srcRect l="0" t="0" r="0" b="0"/>
          <a:stretch/>
        </p:blipFill>
        <p:spPr bwMode="auto">
          <a:xfrm>
            <a:off x="2517811" y="41572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3"/>
          <p:cNvPicPr/>
          <p:nvPr/>
        </p:nvPicPr>
        <p:blipFill>
          <a:blip r:embed="rId30">
            <a:alphaModFix/>
          </a:blip>
          <a:srcRect l="0" t="0" r="0" b="0"/>
          <a:stretch/>
        </p:blipFill>
        <p:spPr bwMode="auto">
          <a:xfrm>
            <a:off x="2517788" y="51735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type="title"/>
          </p:nvPr>
        </p:nvSpPr>
        <p:spPr bwMode="auto">
          <a:xfrm>
            <a:off x="500550" y="440975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90" name="Google Shape;290;p44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4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 txBox="1"/>
          <p:nvPr/>
        </p:nvSpPr>
        <p:spPr bwMode="auto">
          <a:xfrm>
            <a:off x="544450" y="150222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Люди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95" name="Google Shape;295;p44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4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4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4463139" y="516101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4"/>
          <p:cNvPicPr/>
          <p:nvPr/>
        </p:nvPicPr>
        <p:blipFill>
          <a:blip r:embed="rId14">
            <a:alphaModFix/>
          </a:blip>
          <a:srcRect l="0" t="0" r="0" b="0"/>
          <a:stretch/>
        </p:blipFill>
        <p:spPr bwMode="auto">
          <a:xfrm>
            <a:off x="4457577" y="414980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4"/>
          <p:cNvPicPr/>
          <p:nvPr/>
        </p:nvPicPr>
        <p:blipFill>
          <a:blip r:embed="rId15">
            <a:alphaModFix/>
          </a:blip>
          <a:srcRect l="0" t="0" r="0" b="0"/>
          <a:stretch/>
        </p:blipFill>
        <p:spPr bwMode="auto">
          <a:xfrm>
            <a:off x="44633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/>
          <p:nvPr/>
        </p:nvPicPr>
        <p:blipFill>
          <a:blip r:embed="rId16">
            <a:alphaModFix/>
          </a:blip>
          <a:srcRect l="0" t="0" r="0" b="0"/>
          <a:stretch/>
        </p:blipFill>
        <p:spPr bwMode="auto">
          <a:xfrm>
            <a:off x="4457577" y="3121071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 bwMode="auto">
          <a:xfrm>
            <a:off x="4463325" y="150222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Обучение, исследование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06" name="Google Shape;306;p44"/>
          <p:cNvPicPr/>
          <p:nvPr/>
        </p:nvPicPr>
        <p:blipFill>
          <a:blip r:embed="rId17">
            <a:alphaModFix/>
          </a:blip>
          <a:srcRect l="0" t="0" r="0" b="0"/>
          <a:stretch/>
        </p:blipFill>
        <p:spPr bwMode="auto">
          <a:xfrm>
            <a:off x="5495133" y="516101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/>
          <p:nvPr/>
        </p:nvPicPr>
        <p:blipFill>
          <a:blip r:embed="rId18">
            <a:alphaModFix/>
          </a:blip>
          <a:srcRect l="0" t="0" r="0" b="0"/>
          <a:stretch/>
        </p:blipFill>
        <p:spPr bwMode="auto">
          <a:xfrm>
            <a:off x="5492545" y="41366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/>
          <p:nvPr/>
        </p:nvPicPr>
        <p:blipFill>
          <a:blip r:embed="rId19">
            <a:alphaModFix/>
          </a:blip>
          <a:srcRect l="0" t="0" r="0" b="0"/>
          <a:stretch/>
        </p:blipFill>
        <p:spPr bwMode="auto">
          <a:xfrm>
            <a:off x="54953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/>
          <p:nvPr/>
        </p:nvPicPr>
        <p:blipFill>
          <a:blip r:embed="rId20">
            <a:alphaModFix/>
          </a:blip>
          <a:srcRect l="0" t="0" r="0" b="0"/>
          <a:stretch/>
        </p:blipFill>
        <p:spPr bwMode="auto">
          <a:xfrm>
            <a:off x="549254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/>
          <p:nvPr/>
        </p:nvPicPr>
        <p:blipFill>
          <a:blip r:embed="rId21">
            <a:alphaModFix/>
          </a:blip>
          <a:srcRect l="0" t="0" r="0" b="0"/>
          <a:stretch/>
        </p:blipFill>
        <p:spPr bwMode="auto">
          <a:xfrm>
            <a:off x="6527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4"/>
          <p:cNvPicPr/>
          <p:nvPr/>
        </p:nvPicPr>
        <p:blipFill>
          <a:blip r:embed="rId22">
            <a:alphaModFix/>
          </a:blip>
          <a:srcRect l="0" t="0" r="0" b="0"/>
          <a:stretch/>
        </p:blipFill>
        <p:spPr bwMode="auto">
          <a:xfrm>
            <a:off x="6527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4"/>
          <p:cNvPicPr/>
          <p:nvPr/>
        </p:nvPicPr>
        <p:blipFill>
          <a:blip r:embed="rId23">
            <a:alphaModFix/>
          </a:blip>
          <a:srcRect l="0" t="0" r="0" b="0"/>
          <a:stretch/>
        </p:blipFill>
        <p:spPr bwMode="auto">
          <a:xfrm>
            <a:off x="6527530" y="41506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4"/>
          <p:cNvPicPr/>
          <p:nvPr/>
        </p:nvPicPr>
        <p:blipFill>
          <a:blip r:embed="rId24">
            <a:alphaModFix/>
          </a:blip>
          <a:srcRect l="0" t="0" r="0" b="0"/>
          <a:stretch/>
        </p:blipFill>
        <p:spPr bwMode="auto">
          <a:xfrm>
            <a:off x="6527146" y="5161363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>
            <p:ph type="title"/>
          </p:nvPr>
        </p:nvSpPr>
        <p:spPr bwMode="auto">
          <a:xfrm>
            <a:off x="538363" y="423000"/>
            <a:ext cx="8520600" cy="9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319" name="Google Shape;319;p45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464126" y="392342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5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3360564" y="391844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5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4385039" y="39256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5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5429608" y="389680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5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6433408" y="48801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4384845" y="4893857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5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3360570" y="4883912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5409120" y="4898291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5"/>
          <p:cNvSpPr txBox="1"/>
          <p:nvPr>
            <p:ph type="subTitle" idx="4294967295"/>
          </p:nvPr>
        </p:nvSpPr>
        <p:spPr bwMode="auto">
          <a:xfrm>
            <a:off x="553488" y="1475075"/>
            <a:ext cx="2724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</a:rPr>
              <a:t>Коммуникации</a:t>
            </a:r>
            <a:endParaRPr sz="1500" b="1">
              <a:solidFill>
                <a:srgbClr val="013D85"/>
              </a:solidFill>
            </a:endParaRPr>
          </a:p>
        </p:txBody>
      </p:sp>
      <p:sp>
        <p:nvSpPr>
          <p:cNvPr id="328" name="Google Shape;328;p45"/>
          <p:cNvSpPr txBox="1"/>
          <p:nvPr>
            <p:ph type="subTitle" idx="4294967295"/>
          </p:nvPr>
        </p:nvSpPr>
        <p:spPr bwMode="auto">
          <a:xfrm>
            <a:off x="3352850" y="1415450"/>
            <a:ext cx="2724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</a:rPr>
              <a:t>Разное</a:t>
            </a:r>
            <a:endParaRPr sz="1500" b="1">
              <a:solidFill>
                <a:srgbClr val="013D85"/>
              </a:solidFill>
            </a:endParaRPr>
          </a:p>
        </p:txBody>
      </p:sp>
      <p:pic>
        <p:nvPicPr>
          <p:cNvPr id="329" name="Google Shape;329;p45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593527" y="389164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593527" y="202287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5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593527" y="2957257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/>
          <p:nvPr/>
        </p:nvPicPr>
        <p:blipFill>
          <a:blip r:embed="rId14">
            <a:alphaModFix/>
          </a:blip>
          <a:srcRect l="0" t="0" r="0" b="0"/>
          <a:stretch/>
        </p:blipFill>
        <p:spPr bwMode="auto">
          <a:xfrm>
            <a:off x="593346" y="48835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/>
          <p:cNvPicPr/>
          <p:nvPr/>
        </p:nvPicPr>
        <p:blipFill>
          <a:blip r:embed="rId15">
            <a:alphaModFix/>
          </a:blip>
          <a:srcRect l="0" t="0" r="0" b="0"/>
          <a:stretch/>
        </p:blipFill>
        <p:spPr bwMode="auto">
          <a:xfrm>
            <a:off x="1625859" y="20228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/>
          <p:cNvPicPr/>
          <p:nvPr/>
        </p:nvPicPr>
        <p:blipFill>
          <a:blip r:embed="rId16">
            <a:alphaModFix/>
          </a:blip>
          <a:srcRect l="0" t="0" r="0" b="0"/>
          <a:stretch/>
        </p:blipFill>
        <p:spPr bwMode="auto">
          <a:xfrm>
            <a:off x="1625846" y="293431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/>
          <p:nvPr/>
        </p:nvPicPr>
        <p:blipFill>
          <a:blip r:embed="rId17">
            <a:alphaModFix/>
          </a:blip>
          <a:srcRect l="0" t="0" r="0" b="0"/>
          <a:stretch/>
        </p:blipFill>
        <p:spPr bwMode="auto">
          <a:xfrm>
            <a:off x="1625840" y="38916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/>
          <p:nvPr/>
        </p:nvPicPr>
        <p:blipFill>
          <a:blip r:embed="rId18">
            <a:alphaModFix/>
          </a:blip>
          <a:srcRect l="0" t="0" r="0" b="0"/>
          <a:stretch/>
        </p:blipFill>
        <p:spPr bwMode="auto">
          <a:xfrm>
            <a:off x="1625842" y="48837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/>
          <p:nvPr/>
        </p:nvPicPr>
        <p:blipFill>
          <a:blip r:embed="rId19">
            <a:alphaModFix/>
          </a:blip>
          <a:srcRect l="0" t="0" r="0" b="0"/>
          <a:stretch/>
        </p:blipFill>
        <p:spPr bwMode="auto">
          <a:xfrm>
            <a:off x="4384846" y="1986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/>
          <p:nvPr/>
        </p:nvPicPr>
        <p:blipFill>
          <a:blip r:embed="rId20">
            <a:alphaModFix/>
          </a:blip>
          <a:srcRect l="0" t="0" r="0" b="0"/>
          <a:stretch/>
        </p:blipFill>
        <p:spPr bwMode="auto">
          <a:xfrm>
            <a:off x="3360584" y="19862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/>
          <p:nvPr/>
        </p:nvPicPr>
        <p:blipFill>
          <a:blip r:embed="rId21">
            <a:alphaModFix/>
          </a:blip>
          <a:srcRect l="0" t="0" r="0" b="0"/>
          <a:stretch/>
        </p:blipFill>
        <p:spPr bwMode="auto">
          <a:xfrm>
            <a:off x="6460318" y="2009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/>
          <p:cNvPicPr/>
          <p:nvPr/>
        </p:nvPicPr>
        <p:blipFill>
          <a:blip r:embed="rId22">
            <a:alphaModFix/>
          </a:blip>
          <a:srcRect l="0" t="0" r="0" b="0"/>
          <a:stretch/>
        </p:blipFill>
        <p:spPr bwMode="auto">
          <a:xfrm>
            <a:off x="5409135" y="1986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/>
          <p:nvPr/>
        </p:nvPicPr>
        <p:blipFill>
          <a:blip r:embed="rId23">
            <a:alphaModFix/>
          </a:blip>
          <a:srcRect l="0" t="0" r="0" b="0"/>
          <a:stretch/>
        </p:blipFill>
        <p:spPr bwMode="auto">
          <a:xfrm>
            <a:off x="7511534" y="20092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/>
          <p:nvPr/>
        </p:nvPicPr>
        <p:blipFill>
          <a:blip r:embed="rId24">
            <a:alphaModFix/>
          </a:blip>
          <a:srcRect l="0" t="0" r="0" b="0"/>
          <a:stretch/>
        </p:blipFill>
        <p:spPr bwMode="auto">
          <a:xfrm>
            <a:off x="3360584" y="2968574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/>
          <p:nvPr/>
        </p:nvPicPr>
        <p:blipFill>
          <a:blip r:embed="rId25">
            <a:alphaModFix/>
          </a:blip>
          <a:srcRect l="0" t="0" r="0" b="0"/>
          <a:stretch/>
        </p:blipFill>
        <p:spPr bwMode="auto">
          <a:xfrm>
            <a:off x="4384848" y="29570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/>
          <p:nvPr/>
        </p:nvPicPr>
        <p:blipFill>
          <a:blip r:embed="rId26">
            <a:alphaModFix/>
          </a:blip>
          <a:srcRect l="0" t="0" r="0" b="0"/>
          <a:stretch/>
        </p:blipFill>
        <p:spPr bwMode="auto">
          <a:xfrm>
            <a:off x="5409121" y="29530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/>
          <p:nvPr/>
        </p:nvPicPr>
        <p:blipFill>
          <a:blip r:embed="rId27">
            <a:alphaModFix/>
          </a:blip>
          <a:srcRect l="0" t="0" r="0" b="0"/>
          <a:stretch/>
        </p:blipFill>
        <p:spPr bwMode="auto">
          <a:xfrm>
            <a:off x="6433407" y="29663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/>
          <p:nvPr/>
        </p:nvPicPr>
        <p:blipFill>
          <a:blip r:embed="rId28">
            <a:alphaModFix/>
          </a:blip>
          <a:srcRect l="0" t="0" r="0" b="0"/>
          <a:stretch/>
        </p:blipFill>
        <p:spPr bwMode="auto">
          <a:xfrm>
            <a:off x="7502542" y="29471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/>
          <p:nvPr/>
        </p:nvPicPr>
        <p:blipFill>
          <a:blip r:embed="rId29">
            <a:alphaModFix/>
          </a:blip>
          <a:srcRect l="0" t="0" r="0" b="0"/>
          <a:stretch/>
        </p:blipFill>
        <p:spPr bwMode="auto">
          <a:xfrm>
            <a:off x="7498659" y="38850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/>
          <p:nvPr/>
        </p:nvPicPr>
        <p:blipFill>
          <a:blip r:embed="rId30">
            <a:alphaModFix/>
          </a:blip>
          <a:srcRect l="0" t="0" r="0" b="0"/>
          <a:stretch/>
        </p:blipFill>
        <p:spPr bwMode="auto">
          <a:xfrm>
            <a:off x="7502550" y="4875125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 bwMode="auto">
          <a:xfrm>
            <a:off x="500550" y="440975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354" name="Google Shape;354;p46"/>
          <p:cNvSpPr txBox="1"/>
          <p:nvPr/>
        </p:nvSpPr>
        <p:spPr bwMode="auto">
          <a:xfrm>
            <a:off x="544450" y="1502225"/>
            <a:ext cx="19743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666666"/>
                </a:solidFill>
                <a:latin typeface="Roboto"/>
                <a:ea typeface="Roboto"/>
                <a:cs typeface="Roboto"/>
              </a:rPr>
              <a:t>Флажки/Метки</a:t>
            </a:r>
            <a:endParaRPr sz="1500" b="1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55" name="Google Shape;355;p46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68552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441616" y="5019297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568550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6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568550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6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1501670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6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4441632" y="4243650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6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1343164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6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1343164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6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2434802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2434802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2117788" y="4243656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/>
          <p:nvPr/>
        </p:nvPicPr>
        <p:blipFill>
          <a:blip r:embed="rId14">
            <a:alphaModFix/>
          </a:blip>
          <a:srcRect l="0" t="0" r="0" b="0"/>
          <a:stretch/>
        </p:blipFill>
        <p:spPr bwMode="auto">
          <a:xfrm>
            <a:off x="2117788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/>
          <p:nvPr/>
        </p:nvPicPr>
        <p:blipFill>
          <a:blip r:embed="rId15">
            <a:alphaModFix/>
          </a:blip>
          <a:srcRect l="0" t="0" r="0" b="0"/>
          <a:stretch/>
        </p:blipFill>
        <p:spPr bwMode="auto">
          <a:xfrm>
            <a:off x="568545" y="212962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/>
          <p:nvPr/>
        </p:nvPicPr>
        <p:blipFill>
          <a:blip r:embed="rId16">
            <a:alphaModFix/>
          </a:blip>
          <a:srcRect l="0" t="0" r="0" b="0"/>
          <a:stretch/>
        </p:blipFill>
        <p:spPr bwMode="auto">
          <a:xfrm>
            <a:off x="3367920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/>
          <p:nvPr/>
        </p:nvPicPr>
        <p:blipFill>
          <a:blip r:embed="rId17">
            <a:alphaModFix/>
          </a:blip>
          <a:srcRect l="0" t="0" r="0" b="0"/>
          <a:stretch/>
        </p:blipFill>
        <p:spPr bwMode="auto">
          <a:xfrm>
            <a:off x="2892401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/>
          <p:cNvPicPr/>
          <p:nvPr/>
        </p:nvPicPr>
        <p:blipFill>
          <a:blip r:embed="rId18">
            <a:alphaModFix/>
          </a:blip>
          <a:srcRect l="0" t="0" r="0" b="0"/>
          <a:stretch/>
        </p:blipFill>
        <p:spPr bwMode="auto">
          <a:xfrm>
            <a:off x="2892401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/>
          <p:nvPr/>
        </p:nvPicPr>
        <p:blipFill>
          <a:blip r:embed="rId19">
            <a:alphaModFix/>
          </a:blip>
          <a:srcRect l="0" t="0" r="0" b="0"/>
          <a:stretch/>
        </p:blipFill>
        <p:spPr bwMode="auto">
          <a:xfrm>
            <a:off x="1501670" y="212962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/>
          <p:cNvPicPr/>
          <p:nvPr/>
        </p:nvPicPr>
        <p:blipFill>
          <a:blip r:embed="rId20">
            <a:alphaModFix/>
          </a:blip>
          <a:srcRect l="0" t="0" r="0" b="0"/>
          <a:stretch/>
        </p:blipFill>
        <p:spPr bwMode="auto">
          <a:xfrm>
            <a:off x="4301045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/>
          <p:cNvPicPr/>
          <p:nvPr/>
        </p:nvPicPr>
        <p:blipFill>
          <a:blip r:embed="rId21">
            <a:alphaModFix/>
          </a:blip>
          <a:srcRect l="0" t="0" r="0" b="0"/>
          <a:stretch/>
        </p:blipFill>
        <p:spPr bwMode="auto">
          <a:xfrm>
            <a:off x="3667020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/>
          <p:cNvPicPr/>
          <p:nvPr/>
        </p:nvPicPr>
        <p:blipFill>
          <a:blip r:embed="rId22">
            <a:alphaModFix/>
          </a:blip>
          <a:srcRect l="0" t="0" r="0" b="0"/>
          <a:stretch/>
        </p:blipFill>
        <p:spPr bwMode="auto">
          <a:xfrm>
            <a:off x="3667020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Как быстро заменить картинку</a:t>
            </a:r>
            <a:endParaRPr/>
          </a:p>
        </p:txBody>
      </p:sp>
      <p:pic>
        <p:nvPicPr>
          <p:cNvPr id="380" name="Google Shape;380;p47"/>
          <p:cNvPicPr/>
          <p:nvPr/>
        </p:nvPicPr>
        <p:blipFill>
          <a:blip r:embed="rId3">
            <a:alphaModFix/>
          </a:blip>
          <a:srcRect l="1603" t="0" r="0" b="0"/>
          <a:stretch/>
        </p:blipFill>
        <p:spPr bwMode="auto">
          <a:xfrm>
            <a:off x="441850" y="1865125"/>
            <a:ext cx="5385126" cy="3920700"/>
          </a:xfrm>
          <a:prstGeom prst="rect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1" name="Google Shape;381;p47"/>
          <p:cNvSpPr txBox="1"/>
          <p:nvPr>
            <p:ph type="subTitle" idx="4294967295"/>
          </p:nvPr>
        </p:nvSpPr>
        <p:spPr bwMode="auto">
          <a:xfrm>
            <a:off x="5890188" y="1786550"/>
            <a:ext cx="3122400" cy="3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pPr>
            <a:r>
              <a:rPr lang="ru" sz="1200"/>
              <a:t>Кликните правой кнопко</a:t>
            </a:r>
            <a:r>
              <a:rPr lang="ru" sz="1200"/>
              <a:t>й</a:t>
            </a:r>
            <a:endParaRPr sz="1200"/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мыши на изображение</a:t>
            </a:r>
            <a:endParaRPr sz="1200"/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pPr>
            <a:r>
              <a:rPr lang="ru" sz="1200"/>
              <a:t>Перейдите в пункт «заменить изображение», далее выберите нужный вариант загрузки</a:t>
            </a:r>
            <a:endParaRPr sz="1200"/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pPr>
            <a:r>
              <a:rPr lang="ru" sz="1200"/>
              <a:t>Двойным щелчком</a:t>
            </a:r>
            <a:endParaRPr sz="1200"/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по картинке вы можете</a:t>
            </a:r>
            <a:endParaRPr sz="1200"/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настроить нужный размер</a:t>
            </a:r>
            <a:endParaRPr sz="1200"/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и положение изображения</a:t>
            </a:r>
            <a:endParaRPr sz="1200"/>
          </a:p>
        </p:txBody>
      </p:sp>
      <p:pic>
        <p:nvPicPr>
          <p:cNvPr id="382" name="Google Shape;382;p47"/>
          <p:cNvPicPr/>
          <p:nvPr/>
        </p:nvPicPr>
        <p:blipFill>
          <a:blip r:embed="rId4">
            <a:alphaModFix/>
          </a:blip>
          <a:srcRect l="0" t="0" r="6872" b="0"/>
          <a:stretch/>
        </p:blipFill>
        <p:spPr bwMode="auto">
          <a:xfrm>
            <a:off x="6163575" y="4149775"/>
            <a:ext cx="2395050" cy="1636050"/>
          </a:xfrm>
          <a:prstGeom prst="rect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 bwMode="auto">
          <a:xfrm>
            <a:off x="500550" y="440981"/>
            <a:ext cx="85206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Шаблоны слайдов</a:t>
            </a:r>
            <a:endParaRPr/>
          </a:p>
        </p:txBody>
      </p:sp>
      <p:pic>
        <p:nvPicPr>
          <p:cNvPr id="388" name="Google Shape;388;p4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88875" y="2039226"/>
            <a:ext cx="7414802" cy="4301724"/>
          </a:xfrm>
          <a:prstGeom prst="rect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9" name="Google Shape;389;p48"/>
          <p:cNvSpPr txBox="1"/>
          <p:nvPr>
            <p:ph type="subTitle" idx="4294967295"/>
          </p:nvPr>
        </p:nvSpPr>
        <p:spPr bwMode="auto">
          <a:xfrm>
            <a:off x="571025" y="1276625"/>
            <a:ext cx="7414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Чтобы использовать готовые решения слайдов, нужно перейти в пункт меню «Слайд»,</a:t>
            </a:r>
            <a:endParaRPr sz="12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/>
              <a:t>далее в выпадающем списке найти подпункт «Выбрать макет». 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ONLYOFFICE/8.2.0.143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